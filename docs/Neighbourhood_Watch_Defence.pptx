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2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F2A24"/>
                </a:solidFill>
                <a:latin typeface="Calibri"/>
              </a:rPr>
              <a:t>Security audit: 23 findings, 7 fixed in place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Found</c:v>
                </c:pt>
              </c:strCache>
            </c:strRef>
          </c:tx>
          <c:spPr>
            <a:solidFill>
              <a:srgbClr val="1E5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  <c:pt idx="4">
                    <c:v>Info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  <c:pt idx="4">
                    <c:v>Info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platform that lets residents report incidents and raise SOS alerts, and lets coordinators and police respond. About 1.5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real-world need. Mention the fact-finding instruments in /docs (Fact_Finding_Instruments.docx) as the source of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verbs summarise the system: Report, Verify, Respond, Alert. Each maps to a backend app: incidents, accounts (verification), neighborhoods, 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clients, Nginx, Django REST API, then data services. Celery handles background jobs. Mention docs/ARCHITECTURE.md and the UML/DFD diagrams in docs/diagrams.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justify: why Django over Node, why PostGIS, why JWT. Short answer: security defaults, ecosystem, and stateless auth that suits mobile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opportunity: show docs/screenshots (ui_incidents, ui_sos_coordinator, ui_map). Each feature is a Django app with its own models, views and URLs.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the state diagram uml_state_incident.png and sequence diagrams uml_seq_incident.png and uml_seq_sos.png in docs/diagrams.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SECURITY_REPORT.md audit. Honest point: the fine-grained Permission table is seeded but enforcement currently uses role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erd_part1.png and erd_part2.png from docs/diagrams if asked. Soft delete matters because evidence must never silently vanish.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the audit found issues, we fixed the critical one and some high ones, and the rest are tracked. Test count is taken from the project README; re-run pytest before the defence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Owning limitations builds credibility. Each one has a concrete next step. Check the open gaps in IMPLEMENTATION_GAP_ANALYSIS.md; the mobile status is newer than that document says because mobile/lib now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invite questions. Likely questions: scalability, privacy of location data, false reports, offline use,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35040" y="640080"/>
            <a:ext cx="2926080" cy="2926080"/>
          </a:xfrm>
          <a:prstGeom prst="ellipse">
            <a:avLst/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188720"/>
            <a:ext cx="1828800" cy="18288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0" y="1188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Neighbourhood Watch Zimbabwe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community-driven security and emergency response platform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Defence  |  Web, Mobile and 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scattered reporting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travel by word of mouth and WhatsApp groups, with no record and no follow-up.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verified information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Rumours spread as fast as facts. Responders cannot tell what is real or who is affected.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Emergencies lack a fast channel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in danger has no one-tap way to alert neighbours, captains and police together.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slower response, lost evidence, and communities that do not trust the information they receive.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incident reports with photo, video and audio evidence.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600200"/>
            <a:ext cx="731520" cy="731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confirm reports so the community sees trusted information.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200400"/>
            <a:ext cx="731520" cy="731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responders and track each incident through a clear lifecycle.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200400"/>
            <a:ext cx="731520" cy="731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with live location pings to coordinators and police.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web app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mobile app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53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Riverpod, offline alarm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1554480" cy="2057400"/>
          </a:xfrm>
          <a:prstGeom prst="roundRect">
            <a:avLst>
              <a:gd name="adj" fmla="val 5882"/>
            </a:avLst>
          </a:prstGeom>
          <a:solidFill>
            <a:srgbClr val="3E8E72"/>
          </a:solidFill>
          <a:ln w="12700">
            <a:solidFill>
              <a:srgbClr val="3E8E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81051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proxy, protected media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1828800" cy="2057400"/>
          </a:xfrm>
          <a:prstGeom prst="roundRect">
            <a:avLst>
              <a:gd name="adj" fmla="val 50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+ DRF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810512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RBAC, OpenAPI 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371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23760" y="21031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28346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(S3)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37033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 workers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142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alerts, analytics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1828800"/>
            <a:ext cx="4572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468880" y="2971800"/>
            <a:ext cx="4572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480560" y="2377440"/>
            <a:ext cx="4572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2377440"/>
            <a:ext cx="4572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3429000"/>
            <a:ext cx="0" cy="27432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57200" y="37947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with Docker Compose; Kubernetes manifests (API, Celery, Postgres, Redis, HPA, ingress) ready for scale.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 and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44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5.2 + DRF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secure by default, rapid API development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44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PostGIS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relational store with geospatial queries in production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44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 + Redis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jobs, caching and shared rate limiting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99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Vite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responsive web client for coordinators and residents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999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429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Android and iOS, with an offline alarm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999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/ S3 + Docker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29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storage and repeatable deployment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80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SimpleJWT, django-axes lockout, drf-spectacular (OpenAPI), Channels, Firebase Cloud Messaging.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delivers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704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and verification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08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Email/phone registration with OTP, JWT login, and coordinator-approved resident verification.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reporting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774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filter and soft-delete incidents with image, video and audio evidence (up to 100 MB, MIME-checked).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077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emergency alerts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ping location, resolve and cancel alerts; coordinators see active alerts per neighbourhood.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7764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and offline sync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14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inbox, push-ready alarm, and a sync queue that handles conflicts and duplicate submissions.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lifecycle and SOS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1737360"/>
            <a:ext cx="2286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13716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371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737360"/>
            <a:ext cx="2286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3716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371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66360" y="1737360"/>
            <a:ext cx="2286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13716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371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12280" y="1737360"/>
            <a:ext cx="228600" cy="0"/>
          </a:xfrm>
          <a:prstGeom prst="line">
            <a:avLst/>
          </a:prstGeom>
          <a:noFill/>
          <a:ln w="25400">
            <a:solidFill>
              <a:srgbClr val="0F2A2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13716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1371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transitions are accepted; invalid jumps are rejected by the API. Every change is written to the audit log.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Resident: reports the incident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Coordinator: verifies and assigns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/ responder: investigates, resolves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alert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raises an alert with location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pings update responders live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cancel closes the alert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role-based access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incidents, raises SOS, sees own neighbourhood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47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Captain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847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first point of contact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05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505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residents and incidents, assigns responders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1638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Officer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31638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and resolves assigned incidents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22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822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administrative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188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17830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access/refresh with logout blacklist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 and rate limiting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lockout (django-axes)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served only via authenticated X-Accel-Redirect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IP and before/after snapshots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design built for trust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apps, one per concern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UUID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on every domain 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keeps evidence and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of every sensitive change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74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Role, Permission, VerificationRequest, Neighborhood, NeighborhoodMembership, Incident, IncidentMedia, SOSAlert, SOSLocationPing, Notification, AuditLog, SyncQueue, AnalyticsSnapshot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 development and tests; PostgreSQL with PostGIS in production through conditional migrations.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CI and security audit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reported passing across auth, incidents, media, permissions and soft deletion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workflows: backend CI, frontend CI, Docker build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108960" y="109728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and SMS providers are simulated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integrate Firebase Cloud Messaging and an SMS gateway.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47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permissions not yet enforced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wire HasRoleCapability into views.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5054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and audit lack read/write APIs and tests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5054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expose dashboards for coordinators.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1638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automated frontend tests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1638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add Vitest and component tests.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8221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still maturing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822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complete offline sync and store release.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Solves a real need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verified reporting and one-tap emergency alerts.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logs and protected evidence storage.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E5C4A"/>
          </a:solidFill>
          <a:ln w="12700">
            <a:solidFill>
              <a:srgbClr val="1E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grow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Kubernetes-ready, with web and mobile clients.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Neighbourhood Watch Zimbabwe - Project Defence</dc:title>
  <dc:subject>PptxGenJS Presentation</dc:subject>
  <dc:creator>Neighbourhood Watch Zimbabwe</dc:creator>
  <cp:lastModifiedBy>Neighbourhood Watch Zimbabwe</cp:lastModifiedBy>
  <cp:revision>1</cp:revision>
  <dcterms:created xsi:type="dcterms:W3CDTF">2026-10-12T05:04:41Z</dcterms:created>
  <dcterms:modified xsi:type="dcterms:W3CDTF">2026-10-12T05:04:41Z</dcterms:modified>
</cp:coreProperties>
</file>